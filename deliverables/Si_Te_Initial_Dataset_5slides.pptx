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来源与口径：依据：数据集构建策略，第1–3页；激光组会10.7，第3–4页。</a:t>
            </a:r>
          </a:p>
          <a:p>
            <a:r>
              <a:t>图表建议：表格左侧配“结构空间 × Tₑ”采样矩阵；晶格温度 Tᵢ 与 Tₑ 分别记录。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来源与口径：仿照数据集构建策略，第2页；本页 Si 构型数量为方案建议。</a:t>
            </a:r>
          </a:p>
          <a:p>
            <a:r>
              <a:t>图表建议：采用本页统计表；可加构型占比条形图。锚点为 1 000 个候选的子集，不另加数量。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来源与口径：依据：数据集构建策略，第3页；激光组会10.7，第4页；数值为起始建议。</a:t>
            </a:r>
          </a:p>
          <a:p>
            <a:r>
              <a:t>图表建议：配完美 Si、空位、非晶三个结构缩略图，以及一条 NEB 路径能量曲线示意。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来源与口径：依据：数据集构建策略，第4页；按 Si 任务重新选型，正式方案需经基准测试。</a:t>
            </a:r>
          </a:p>
          <a:p>
            <a:r>
              <a:t>图表建议：使用四列表格，高亮 PBE 主标签与高阶泛函校验角色；不标固定耗时倍数。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来源与口径：依据：激光组会10.7，第3–4页；参数、数量及验收阈值均为待试算确认的建议。</a:t>
            </a:r>
          </a:p>
          <a:p>
            <a:r>
              <a:t>图表建议：配“生成 → 去重 → DFT → 质控 → 分组 → 初训”流程；缺陷能比较统一原子化学势。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单晶硅 Tₑ 依赖势｜初始数据集构建思路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沿用 HfO₂/ZrO₂ 的“任务—构型分类—数量—生成策略”范式。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结构 R × Tₑ 联合采样；标签统一为 Mermin 自由能 A、原子力和应力。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研究任务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构型覆盖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验证指标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电子激发改变成键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晶体、扰动、应变；固定 R 多 Tₑ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A(Tₑ)、力与应力响应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缺陷形成与迁移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空位、间隙、团簇、路径中间态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形成自由能、迁移势垒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激光诱导结构演化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表面、扩展缺陷、液态 / 非晶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局部配位、RDF、动力学稳定性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Tₑ 起始网格 / K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300、3 000、6 000、9 000、12 000、15 000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按目标工况及试算调整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表格左侧配“结构空间 × Tₑ”采样矩阵；晶格温度 Tᵢ 与 Tₑ 分别记录。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依据：数据集构建策略，第1–3页；激光组会10.7，第3–4页。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构型分类与数量统计｜目标 1 000 个几何结构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以下为去重后目标预算，非已完成计算；跨类别重复仅计一次。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200 个锚点 × 6 个 Tₑ + 其余 800 个 × 2 个 Tₑ ≈ 2 800 次标注。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构型组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细分类别与数量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小计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晶体基线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完美晶体 20；热扰动 100；应变 100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220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点缺陷与团簇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单空位 120；自间隙 120；小团簇 80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320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表面与扩展缺陷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表面 / 近表面缺陷 80；层错 / 位错 80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160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无序与相界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液态、非晶、固液界面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200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迁移与转变路径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去重后的路径中间态；端点归缺陷类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100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总计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十类结构；不足时按覆盖缺口补充候选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1 000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采用本页统计表；可加构型占比条形图。锚点为 1 000 个候选的子集，不另加数量。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仿照数据集构建策略，第2页；本页 Si 构型数量为方案建议。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构型生成策略｜静态扰动 + AIMD + 路径采样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保留基态与非平衡结构；热轨迹充分平衡后去相关抽帧。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同一几何结构改变 Tₑ 重复标注，用于分离纯电子激发效应。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构型类别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生成方法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采样与质量控制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晶体 / 扰动 / 应变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线性缩放 0.95/1/1.05；随机位移、剪切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多幅度、多种子；检查最小距离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点缺陷 / 团簇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删原子、插原子；局域弛豫后扰动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多取向、多体积；以中性缺陷起步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表面 / 扩展缺陷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低指数 slab；受控滑移、位错构建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厚度、真空和周期镜像收敛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液态 / 非晶 / 相界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多温度 AIMD；熔化、淬火、两相共存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多轨迹、多淬火速率；结构去重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迁移 / 转变路径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固定 Tₑ 的 NEB；约 8–12 个中间图像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势垒与图像数收敛；保留鞍点邻域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配完美 Si、空位、非晶三个结构缩略图，以及一条 NEB 路径能量曲线示意。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依据：数据集构建策略，第3页；激光组会10.7，第4页；数值为起始建议。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DFT 泛函选型｜统一主标签，少量高阶校验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拟以 PBE 为主标签基线，先检验 Si 结构与缺陷基准。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不同泛函的标签不直接混训；原氧化物案例的耗时不套用于 Si。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泛函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优点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局限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本课题用途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LDA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成本较低；传统固体基准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过结合；带隙低估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可选对照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PBE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通用、便于规模化标注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带隙与缺陷能级偏差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拟用统一主标签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PBEsol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固体结构 / 应力基准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带隙问题仍存在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结构和弹性对照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SCAN / r²SCAN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部分相对能量可改善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成本、收敛要求提高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关键缺陷与相对能校验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HSE06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带隙与缺陷态校验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成本高；仍需验证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代表结构电子态 / 光学校验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使用四列表格，高亮 PBE 主标签与高阶泛函校验角色；不标固定耗时倍数。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依据：数据集构建策略，第4页；按 Si 任务重新选型，正式方案需经基准测试。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DFT 参数与标注验收｜先收敛，再批量计算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Fermi–Dirac 占据对应物理 Tₑ；训练 A = E − TₑSₑ，而非零温势能。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分组划分训练 / 测试集；同一母结构多 Tₑ、同轨迹或同路径不跨组。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参数 / 环节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起始设置或检查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验收原则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超胞与边界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体相 64/216 原子起测；表面用 slab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缺陷尺寸效应、真空与镜像收敛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截断能与 k 点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赝势推荐截断能的 1.0–1.5 倍；加密 k 点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A、力、应力共同收敛；Γ 点须验证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高 Tₑ 空带 / SCF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增加 NBANDS；检查尾占据与自洽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标签稳定；失败计算诊断后重算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数值误差参考目标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约 1 meV/atom、0.01 eV/Å；应力另验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低于模型误差预算；非最终生产参数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标签与数据质控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统一单位、泛函、赝势及应力符号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保留来源 / 参数；去重后核对数量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配“生成 → 去重 → DFT → 质控 → 分组 → 初训”流程；缺陷能比较统一原子化学势。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依据：激光组会10.7，第3–4页；参数、数量及验收阈值均为待试算确认的建议。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