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196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5686"/>
    <a:srgbClr val="ED1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044" autoAdjust="0"/>
  </p:normalViewPr>
  <p:slideViewPr>
    <p:cSldViewPr snapToGrid="0">
      <p:cViewPr varScale="1">
        <p:scale>
          <a:sx n="99" d="100"/>
          <a:sy n="99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A64C2-50CB-4C9A-AA69-B69ABBACDB3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BA143-6F37-4B20-AA81-00D95A421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278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来源：用户《数据集构建策略.pptx》第3页。沿用“已有构型 / 端点 + 生成手段 + 具体操作及产出”写法，保留120×6=720，不扩充类别。</a:t>
            </a:r>
          </a:p>
          <a:p>
            <a:r>
              <a:t>执行要点：1. 晶相参考压力起点dc/BC8/R8=0 GPa、β-Sn=12 GPa、sh=20 GPa，需可靠原型CIF、相结构与稳定性确认；线性缩放不是体积缩放。体相随机扰动3个缩放取0.97/1/1.03，每个seed独立；5个剪切γxy=−4/−2/0/2/4%。</a:t>
            </a:r>
          </a:p>
          <a:p>
            <a:r>
              <a:t>2. 缺陷母体在216原子dc中构建；Frenkel空位—间隙距离约4–8 Å，局域弛豫至max|F|&lt;0.02 eV/Å。若弛豫复合，保存弛豫前的前驱态并重分类，不把已复合结构当缺陷。</a:t>
            </a:r>
          </a:p>
          <a:p>
            <a:r>
              <a:t>3. 位错采用(111)面、b=a/2[1 −1 0]；螺型线方向[1 −1 0]，60°线方向[1 0 −1]。层错取u=a/12[1 1 −2]、a/6[1 1 −2]；孪晶取2和4双层厚度。表面≥12层、15 Å真空、固定底4层；Si(001)含2×1重构，小Si(111)胞不声称覆盖7×7重构。所有尺寸须检查镜像收敛。</a:t>
            </a:r>
          </a:p>
          <a:p>
            <a:r>
              <a:t>4. SW只作候选生成：Δt=1fs；3500 K熔化20ps；淬火速率10^13/10^14 K/s，各5独立初速度种子，300 K平衡5ps后每轨迹取1帧。液态两Ti各NPT0bar平衡10ps后固定平均体积NVT10ps，每2ps取一帧；相关性未衰减则延长。</a:t>
            </a:r>
          </a:p>
          <a:p>
            <a:r>
              <a:t>5. 固液界面216原子半固定半3500K加热15ps，解冻1700K；确认两相仍在后每≥2ps取5帧。含空位升温使用216原子删3个距离≥5 Å原子；100 K/ps升温至1600/1750/1900/2050/2200 K各保持2ps取1帧；按RDF/配位/扩散确认状态，未熔不强称液态。液态用低配位与自由体积描述，不套晶格空位。</a:t>
            </a:r>
          </a:p>
          <a:p>
            <a:r>
              <a:t>6. NEB固定300K，端点力&lt;0.02 eV/Å，路径F_perp&lt;0.05 eV/Å；5图像不足则加到9或更多检验，再选5代表中间态。若Frenkel端点无可维持的母态，换用第二种可核实的缺陷迁移路径，并更新路径名称，几何预算不自动增加。</a:t>
            </a:r>
          </a:p>
          <a:p>
            <a:r>
              <a:t>7. 同R的6个Te不跨结构分组；轨迹按母轨迹、路径按整条NEB分组。最高温度收敛空带，全部标签同一泛函 / 赝势；SW的E/F不能混入监督标签。720仅指最终静态标签，不含弛豫 / NEB / 收敛测试。</a:t>
            </a:r>
          </a:p>
          <a:p>
            <a:r>
              <a:t>所有数值为待试算起点，未实际运行DFT。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BA143-6F37-4B20-AA81-00D95A4214B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8212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B56C7-D0BB-405B-A40B-E5078A24B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75A72B-29AA-4311-8D97-3C9B6AAFE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90B007-35ED-403A-9C07-718C38DA8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60BF50-141D-4DE6-A29B-8053ED20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99C6F9-5ED9-41A0-B848-16FE70A6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43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5D1C2-0D6C-494E-A550-62EC917D6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F48455-5CF1-4486-BE2F-B38107BAE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F60ED8-F251-4617-BEF1-F1561DE8C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7B11C3-416A-4A32-AD76-67590E08E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8FF2C4-FE4D-4782-8096-370C3E904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84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41505-8B7E-4AFF-9A42-8007EE6E8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A40D3E-783D-4F74-9AEC-DA9FEC670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5AAD93-43F6-4052-96CD-FDB5EB97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C10A13-77C2-4C85-9E06-2233570F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F04DF7-C138-4C21-87FD-1B49EE1D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042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17FFA-80FA-4CF1-B446-CF3DA1A1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FFF4A9-7906-4142-AA9A-15B676C29C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EB7DDE-B2F1-4DEF-A28C-8DAE6AA95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A0FF3A-ECEF-40F7-AC98-D90C58129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044691-5368-44B4-8153-A1A98E85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8DAA84-5744-40E4-9694-E976F233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584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17531-5BDB-4BA8-9ABE-D76D3BC55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16EE39-403A-449A-9D44-D44C6B29F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EF1D24-B3DA-4754-904A-B2502C327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581682-07C0-46A1-8FBC-CB72510C74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2AFDDB-C676-4574-8B55-FB83C3EA3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B97E78-3B20-49B4-99C4-5B0FB5437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A4C4E4-2B5F-4A85-A11F-4F375E85B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265F43-F2F4-46FC-B561-C60F19EE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C2A3C-CF88-4BEB-AE1B-3C2D7247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D9AC66-F62D-4103-99FF-9E9DADD7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DAC482-CC77-4518-9372-8A012411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89EF65-BEC6-45A4-AF0F-A6CA0D92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13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C08729-D1DC-409B-A7AF-DD52B1C7F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666D1-6ED9-4D82-AC3C-4947869F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FE54E4-9029-412D-94B3-551914BB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53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32A58-7B6D-4DBD-9DF3-7FC8E7633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6FD5A-372A-4BCC-921F-3DAC5FCF0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EA83A0-979E-40F7-A338-031CAF480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88131C-8184-4B9C-B623-77787EA5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4A0EE8-8B3D-46C4-A5DB-009F454B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23FD71-7F47-486F-8859-77CCE706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90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5B292-5FE1-4093-AD42-B415C9A14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45E6B3-6F1A-4DD1-98B2-7553B5A58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8A8B8B-5D32-4CA1-AC9B-F13AF6665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2359B0-C63D-4A63-9546-D5E2B6FAE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B3243B-7250-4085-AD68-AA8ADA2C3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AA967E-0FD5-42CE-B5FA-F24CDE625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01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6E53D-5CC9-4653-A9E3-7DB3AF5A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C44AE1-2E9F-45A6-9D1E-9F1D4D6D8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CF5AE9-C140-491D-A6EA-B8B72FE0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899578-9F39-4451-BB3E-383A83A1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FDFA78-BBAF-43FC-8417-875A05CC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652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669575-472E-46A1-8EF9-9EDDB742A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4E4C8F-ACF1-4C8D-9D80-CE6AC467A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45EA6B-4B90-415C-8A3C-4E89CE5E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66D9D0-7F1C-4445-AAC7-5FD842D55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CAECC1-85CD-409D-93D4-58A1ADFD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72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AA2BB-9504-4189-B840-54ED67D0D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45" y="161862"/>
            <a:ext cx="11525692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36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87691E1-50FC-481C-A0B4-BBBEE439F289}"/>
              </a:ext>
            </a:extLst>
          </p:cNvPr>
          <p:cNvCxnSpPr>
            <a:cxnSpLocks/>
          </p:cNvCxnSpPr>
          <p:nvPr userDrawn="1"/>
        </p:nvCxnSpPr>
        <p:spPr>
          <a:xfrm>
            <a:off x="0" y="81754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896C1A8-51E3-4600-8481-2CBB686F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6038" y="6433470"/>
            <a:ext cx="995109" cy="365125"/>
          </a:xfrm>
        </p:spPr>
        <p:txBody>
          <a:bodyPr/>
          <a:lstStyle>
            <a:lvl1pPr>
              <a:defRPr sz="1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fld id="{8F805578-1D46-46B1-B6A4-39E4C4437D99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649881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56915C-2F92-4CEC-BE4B-339C45517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C9013A-0A05-467A-9EB6-79B0E3259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D32DEA-4495-4E2F-83E4-754A4AB86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3E7D5D-FFFF-43D9-94F2-4258923EE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D4839F-D8F4-423A-90AB-D223823A2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09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210312"/>
            <a:ext cx="1152144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000" b="0">
                <a:solidFill>
                  <a:srgbClr val="002060"/>
                </a:solidFill>
                <a:latin typeface="Noto Sans CJK SC"/>
              </a:defRPr>
            </a:pPr>
            <a:r>
              <a:t>数据产生｜单晶硅 Tₑ 依赖势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2104"/>
            <a:ext cx="12191695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9456" y="1051560"/>
          <a:ext cx="11740895" cy="5093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952"/>
                <a:gridCol w="2582997"/>
                <a:gridCol w="7161946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任务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如何构建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具体做法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晶相与体相扰动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40个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已有晶相原型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+ DFT弛豫与扰动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以dc、β-Sn、sh、BC8、R8的相应参考压力弛豫结构为母体，各取4个线性缩放点（0.97/0.99/1.01/1.03），得20个；另对dc作3种缩放×5次σ=0.03 Å随机扰动，再加5个剪切态，得20个。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点缺陷构型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20个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完美Si超胞删 / 插原子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+ DFT局域弛豫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在216原子dc中分别构建单空位、近邻双空位、〈110〉分裂间隙和Frenkel对；每类母体局域弛豫后，施加5次σ=0.02 Å独立扰动，得4×5=20个。扰动后不再整体弛豫，避免回到同一极小值。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位错、面缺陷与表面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15个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已有缺陷母胞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+ 受控剪切 / 重构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螺型与60°位错采用周期相容、净柏氏矢量为0的偶极母胞，各取−2/0/2%剪切态，得6个；补2个层错态、2个孪晶厚度态；再取(001)完整/空位/加Si原子和(111)完整/空位5个表面态，共15个。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非晶、液态与熔化邻域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30个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可靠Si势生成轨迹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+ DFT重新标注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熔体按两种速率淬火，各取5个独立非晶终态，得10个；在Tᵢ=2000/3000 K平衡后，各取5个去相关液态帧，得10个；另取固液界面5帧、含空位晶体升温过程5帧，得10个。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缺陷迁移路径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15个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DFT优化初末态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+ 固定Tₑ的NEB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选择空位迁移、分裂间隙迁移、Frenkel复合3条路径；用IDPP插值并在Tₑ=300 K做NEB，每条筛选5个中间态，得15个，端点不重复计数。图像数收敛后再筛选；变胞仅在物理问题需要时使用。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固定结构多Tₑ标注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720组标签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同一R改变电子占据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+ Mermin-DFT单点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将上述120个几何结构逐一固定R与晶胞，在Tₑ=300/3000/6000/9000/12000/15000 K分别单点计算，得120×6=720组A、原子力、应力；使用Fermi–Dirac占据和一致DFT参数，不按Tₑ重新弛豫R。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600" y="6345936"/>
            <a:ext cx="117043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06060"/>
                </a:solidFill>
                <a:latin typeface="Noto Serif CJK SC"/>
              </a:defRPr>
            </a:pPr>
            <a:r>
              <a:t>图表：沿用原模板生成策略表。前5类合计120个R，末行为720组Tₑ标签；参数为试算起点，详细边界与程序见执行清单。</a:t>
            </a:r>
          </a:p>
        </p:txBody>
      </p:sp>
    </p:spTree>
    <p:extLst>
      <p:ext uri="{BB962C8B-B14F-4D97-AF65-F5344CB8AC3E}">
        <p14:creationId xmlns:p14="http://schemas.microsoft.com/office/powerpoint/2010/main" val="395929794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3949</TotalTime>
  <Words>1187</Words>
  <Application>Microsoft Office PowerPoint</Application>
  <PresentationFormat>宽屏</PresentationFormat>
  <Paragraphs>190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quote-cjk-patch</vt:lpstr>
      <vt:lpstr>等线</vt:lpstr>
      <vt:lpstr>等线 Light</vt:lpstr>
      <vt:lpstr>微软雅黑</vt:lpstr>
      <vt:lpstr>Arial</vt:lpstr>
      <vt:lpstr>Times New Roman</vt:lpstr>
      <vt:lpstr>Office 主题​​</vt:lpstr>
      <vt:lpstr>微调数据集构建</vt:lpstr>
      <vt:lpstr>界面数据</vt:lpstr>
      <vt:lpstr>数据产生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超晶格</dc:title>
  <dc:creator>QB</dc:creator>
  <cp:lastModifiedBy>QB</cp:lastModifiedBy>
  <cp:revision>252</cp:revision>
  <dcterms:created xsi:type="dcterms:W3CDTF">2026-01-05T02:03:48Z</dcterms:created>
  <dcterms:modified xsi:type="dcterms:W3CDTF">2026-06-23T06:37:18Z</dcterms:modified>
</cp:coreProperties>
</file>